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批任务调度方案评审（示例 PPT）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虚构示例 · 用于 pptx_to_md 与多模态 Read 演练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异构节点资源错配；静态优先级无法反映实时画像；需限频重排队缓解震荡。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fig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772400" cy="43719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模块关系示意（嵌入图 1）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fig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772400" cy="43719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队列与异构节点（嵌入图 2）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对齐 architecture.md 与 pkg/scheduler 示例代码；进入专利点提炼与交底书草稿。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